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35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7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F577D-D526-A1BF-E1FB-0EE382B5C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14677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000739-F898-84B6-2DD1-1E1EC95DA970}"/>
              </a:ext>
            </a:extLst>
          </p:cNvPr>
          <p:cNvSpPr txBox="1"/>
          <p:nvPr/>
        </p:nvSpPr>
        <p:spPr>
          <a:xfrm>
            <a:off x="1197437" y="2074779"/>
            <a:ext cx="8214852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v"/>
            </a:pPr>
            <a:r>
              <a:rPr lang="en-US" b="1" dirty="0">
                <a:latin typeface="Aptos Narrow" panose="020B0004020202020204" pitchFamily="34" charset="0"/>
              </a:rPr>
              <a:t>TOPIC : EXAM QUESTION PAPER GENERATOR</a:t>
            </a:r>
          </a:p>
          <a:p>
            <a:pPr marL="257175" indent="-257175">
              <a:buFont typeface="Wingdings" panose="05000000000000000000" pitchFamily="2" charset="2"/>
              <a:buChar char="v"/>
            </a:pPr>
            <a:r>
              <a:rPr lang="en-US" b="1" dirty="0">
                <a:latin typeface="Aptos Narrow" panose="020B0004020202020204" pitchFamily="34" charset="0"/>
              </a:rPr>
              <a:t>PRESENTED BY : 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                                            CH.VENKATA  TEJA -25MVCSMR0021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                                             P.MADHUSUDAN REDDY-25MVCSMR0066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                                             K.HANSIKA-25MVCSMR0047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                                             K.SAI MADHUHASINI-25MVCSMR0044</a:t>
            </a:r>
          </a:p>
          <a:p>
            <a:r>
              <a:rPr lang="en-US" b="1" dirty="0">
                <a:latin typeface="Aptos Narrow" panose="020B0004020202020204" pitchFamily="34" charset="0"/>
              </a:rPr>
              <a:t>                                             </a:t>
            </a:r>
          </a:p>
          <a:p>
            <a:endParaRPr lang="en-US" b="1" dirty="0">
              <a:latin typeface="Aptos Narrow" panose="020B0004020202020204" pitchFamily="34" charset="0"/>
            </a:endParaRPr>
          </a:p>
          <a:p>
            <a:r>
              <a:rPr lang="en-US" b="1" dirty="0">
                <a:latin typeface="Aptos Narrow" panose="020B0004020202020204" pitchFamily="34" charset="0"/>
              </a:rPr>
              <a:t>			   		</a:t>
            </a:r>
            <a:endParaRPr lang="en-US" sz="1350" dirty="0">
              <a:latin typeface="Aptos Narrow" panose="020B0004020202020204" pitchFamily="34" charset="0"/>
            </a:endParaRPr>
          </a:p>
          <a:p>
            <a:r>
              <a:rPr lang="en-US" sz="1350" dirty="0"/>
              <a:t> </a:t>
            </a:r>
            <a:endParaRPr lang="en-IN" sz="1350" dirty="0"/>
          </a:p>
        </p:txBody>
      </p:sp>
    </p:spTree>
    <p:extLst>
      <p:ext uri="{BB962C8B-B14F-4D97-AF65-F5344CB8AC3E}">
        <p14:creationId xmlns:p14="http://schemas.microsoft.com/office/powerpoint/2010/main" val="383621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ROUTE FINDER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Shortest Path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route optimization system that finds and compares the shortest path between two locations using advanced graph algorithms.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DOMAIN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Transportation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88920" y="416052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416052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15000" y="4160520"/>
            <a:ext cx="1920240" cy="411480"/>
          </a:xfrm>
          <a:prstGeom prst="roundRect">
            <a:avLst>
              <a:gd name="adj" fmla="val 44444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4160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delivery services often have multiple possible routes to reach a destination. Choosing the most efficient route manually is difficult and time-consuming.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9659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9C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419856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198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travel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19659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9CA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419856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34198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fuel consumption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9659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9CA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05656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056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9776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transportation costs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977640"/>
            <a:ext cx="19659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9CA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4105656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410565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9776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delivery efficiency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83480" y="1783080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17190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possible routes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83480" y="2350008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22860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travel costs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2916936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28529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road networks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83480" y="3483864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34198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fast and accurate route calculation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83480" y="4050792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8348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39867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Easy-to-understand route explanation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Innovation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Solution Different?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navigation systems, Smart Route Finder: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three shortest-path algorithms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both optimal and alternative routes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route is selected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weighted graph optimization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 using maps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83480" y="1645920"/>
            <a:ext cx="347472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1719072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71907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645920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Finder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83480" y="2231136"/>
            <a:ext cx="347472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304288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042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231136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Comparison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83480" y="2816352"/>
            <a:ext cx="347472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2889504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8895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81635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83480" y="3401568"/>
            <a:ext cx="347472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3474720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347472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3401568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Decisions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83480" y="3986784"/>
            <a:ext cx="347472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4059936"/>
            <a:ext cx="338328" cy="33832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405993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986784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Interface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2801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Source &amp; Destination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801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Road Graph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280160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600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Algorithm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Floyd-Warshall / A*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Shortest Path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560320" y="25603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26517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Routes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651760"/>
            <a:ext cx="310896" cy="310896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Best Route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49440" y="25603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40880" y="2651760"/>
            <a:ext cx="310896" cy="310896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It Was Selected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57200" y="42245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Location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2286000" y="42245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560320" y="42245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60320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Route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2245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63440" y="42245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663440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Alternatives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42245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66560" y="422452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66560" y="4224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Best Route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Algorithms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0972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7480" y="1097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097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109728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1097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single-source shortest path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O((V+E) log V)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05740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Floyd-Warshall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all-pairs shortest paths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O(V³)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740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F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Heuristic-based search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 practical navigation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fewer nodes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algorithms?  </a:t>
            </a: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•  Accurate  •  Suited to graph-based route optimization  •  Easy performance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384048" cy="38404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destination selection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comparison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cost display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 highlighted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61872"/>
            <a:ext cx="384048" cy="38404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lowest-cost route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multiple algorithms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route explanation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61872"/>
            <a:ext cx="384048" cy="384048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Benefits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2024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navigation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optimization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routing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planning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Vision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Achievement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Multi-algorithm shortest path system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comparison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 support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5544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5544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support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21284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2128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updates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221284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2128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871216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8712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traffic prediction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2871216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4304D"/>
          </a:solidFill>
          <a:ln w="12700">
            <a:solidFill>
              <a:srgbClr val="1430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28712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 routing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6576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“Smart Route Finder combines classical graph algorithms with modern web technologies to deliver faster, smarter, and more explainable route optimization.”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453</Words>
  <Application>Microsoft Office PowerPoint</Application>
  <PresentationFormat>On-screen Show (16:9)</PresentationFormat>
  <Paragraphs>155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Route Finder</dc:title>
  <dc:subject>PptxGenJS Presentation</dc:subject>
  <dc:creator>PptxGenJS</dc:creator>
  <cp:lastModifiedBy>p.madhusudhanreddy@outlook.com</cp:lastModifiedBy>
  <cp:revision>3</cp:revision>
  <dcterms:created xsi:type="dcterms:W3CDTF">2026-10-03T06:10:17Z</dcterms:created>
  <dcterms:modified xsi:type="dcterms:W3CDTF">2026-10-03T06:21:41Z</dcterms:modified>
</cp:coreProperties>
</file>